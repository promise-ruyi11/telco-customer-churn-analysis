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76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4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44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0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2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9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80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0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9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596512-3A38-4820-82C1-2E992625F0B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56CB8CF-3E77-491A-BE50-49DC2665E71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63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7AFC-EA2A-FB3A-FC90-FE88B3493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TELCO 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9004D-8828-CDCE-2F28-837146A87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Business Analytics Case Study</a:t>
            </a:r>
          </a:p>
          <a:p>
            <a:pPr algn="l"/>
            <a:r>
              <a:rPr lang="en-US" dirty="0" err="1"/>
              <a:t>AnalystLab</a:t>
            </a:r>
            <a:r>
              <a:rPr lang="en-US" dirty="0"/>
              <a:t> Africa Data Analytics Internship — Week 1</a:t>
            </a:r>
          </a:p>
          <a:p>
            <a:pPr algn="l"/>
            <a:r>
              <a:rPr lang="en-US" b="1" dirty="0"/>
              <a:t>Promise Omoruyi</a:t>
            </a:r>
          </a:p>
          <a:p>
            <a:pPr algn="l"/>
            <a:r>
              <a:rPr lang="en-US" i="1" dirty="0"/>
              <a:t>Data Analytics Intern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159E90-E596-1727-33AB-B7A7C25B7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Promise Omoruyi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 Intern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4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8455-201F-5868-8673-0BEC624B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68ECA-EB3E-1F79-ABCF-D0AC4A787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Business Problem </a:t>
            </a:r>
          </a:p>
          <a:p>
            <a:pPr marL="0" indent="0">
              <a:buNone/>
            </a:pPr>
            <a:r>
              <a:rPr lang="en-US" sz="2000" dirty="0"/>
              <a:t>ABC Communications Ltd is experiencing customer churn, which can negatively affect revenue and customer retention. This analysis examines customer characteristics and identifies factors associated with customer churn.</a:t>
            </a:r>
          </a:p>
          <a:p>
            <a:pPr marL="0" indent="0">
              <a:buNone/>
            </a:pPr>
            <a:r>
              <a:rPr lang="en-US" b="1" dirty="0"/>
              <a:t>Objectives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Understand the customer 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customer segments with high churn.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Examine the influence of contract type and tenure on retention.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services and payment methods associated with churn.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Provide actionable recommendations to improve customer retention.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2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A2F2-875C-FC3E-B4E8-5E3CE0A6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547C7-F827-ECD1-CC91-0095842BC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1743741"/>
            <a:ext cx="4754880" cy="4837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Dataset:</a:t>
            </a:r>
            <a:r>
              <a:rPr lang="en-US" sz="2000" dirty="0"/>
              <a:t> Telco Customer Churn Dataset</a:t>
            </a:r>
          </a:p>
          <a:p>
            <a:pPr marL="0" indent="0">
              <a:buNone/>
            </a:pPr>
            <a:r>
              <a:rPr lang="en-US" sz="2000" b="1" dirty="0"/>
              <a:t>Records:</a:t>
            </a:r>
            <a:r>
              <a:rPr lang="en-US" sz="2000" dirty="0"/>
              <a:t> 7,043 customers</a:t>
            </a:r>
          </a:p>
          <a:p>
            <a:pPr marL="0" indent="0">
              <a:buNone/>
            </a:pPr>
            <a:r>
              <a:rPr lang="en-US" sz="2000" b="1" dirty="0"/>
              <a:t>Key Variables: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Demographics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Contract 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Tenure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Internet and other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Payment method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Monthly charges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charges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Churn status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21DB8-48CE-AC31-CBF3-5604AB5967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Data Preparation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Checked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Checked duplicates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Reviewed 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Cleaned and prepared data for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Used PivotTables and charts for business analysis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635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5852-B34D-172C-FE3F-F393E154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Business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4A680-1B8D-1743-ECE6-D2857F519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07535"/>
            <a:ext cx="9720073" cy="45018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dashboard highlights key patterns in customer churn across contract type, tenure, internet service, payment method and customer demographics.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D2B96-3041-E78C-5FD6-15522FA66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6" y="1807535"/>
            <a:ext cx="9720073" cy="363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79AD-23A5-03C4-616D-44D3DE37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0C24-93A0-AE03-68DE-3193ACF8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Revenue loss from high customer churn</a:t>
            </a:r>
            <a:br>
              <a:rPr lang="en-US" sz="2000" dirty="0"/>
            </a:br>
            <a:r>
              <a:rPr lang="en-US" sz="2000" dirty="0"/>
              <a:t>Continued customer departures may reduce recurring revenue.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High dependence on month-to-month customers</a:t>
            </a:r>
            <a:br>
              <a:rPr lang="en-US" sz="2000" dirty="0"/>
            </a:br>
            <a:r>
              <a:rPr lang="en-US" sz="2000" dirty="0"/>
              <a:t>The high churn within this group creates customer retention risk.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Potential loss of high-value service customers</a:t>
            </a:r>
            <a:br>
              <a:rPr lang="en-US" sz="2000" dirty="0"/>
            </a:br>
            <a:r>
              <a:rPr lang="en-US" sz="2000" dirty="0"/>
              <a:t>High churn among fiber optic customers could negatively affect revenue and customer lifetime value.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42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7178-7610-9705-5E06-CE847C38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C5B18-C339-D07F-72AA-5D21062C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Increase long-term contracts</a:t>
            </a:r>
            <a:br>
              <a:rPr lang="en-US" sz="2000" dirty="0"/>
            </a:br>
            <a:r>
              <a:rPr lang="en-US" sz="2000" dirty="0"/>
              <a:t>Encourage month-to-month customers to move to one-year or two-year plans.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Improve the fiber optic customer experience</a:t>
            </a:r>
            <a:br>
              <a:rPr lang="en-US" sz="2000" dirty="0"/>
            </a:br>
            <a:r>
              <a:rPr lang="en-US" sz="2000" dirty="0"/>
              <a:t>Investigate service quality, pricing and customer complaints.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Improve payment options</a:t>
            </a:r>
            <a:br>
              <a:rPr lang="en-US" sz="2000" dirty="0"/>
            </a:br>
            <a:r>
              <a:rPr lang="en-US" sz="2000" dirty="0"/>
              <a:t>Encourage customers using electronic checks to adopt convenient alternative payment methods.</a:t>
            </a:r>
          </a:p>
        </p:txBody>
      </p:sp>
    </p:spTree>
    <p:extLst>
      <p:ext uri="{BB962C8B-B14F-4D97-AF65-F5344CB8AC3E}">
        <p14:creationId xmlns:p14="http://schemas.microsoft.com/office/powerpoint/2010/main" val="144517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4DC7-8EC6-DA6D-D195-283738E2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2DD1-097D-C701-1EA6-580624B23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Introduce loyalty incentives for month-to-month customers.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Offer incentives for long-term contracts to improve retention.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Investigate fiber optic customer complaints and service quality.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Promote alternative payment methods to electronic-check users.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Develop targeted retention campaigns for customers at high risk of churn.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0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153F-134A-79EA-4488-BEF39430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AD25-5753-000B-EB36-AD989972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analysis shows that customer churn is strongly associated with contract type, tenure, internet service and payment method. Month-to-month customers, fiber optic users and electronic-check users represent important areas for retention efforts. By introducing targeted retention strategies, improving customer experience and encouraging longer-term contracts, ABC Communications Ltd can reduce churn and strengthen customer loyalty.</a:t>
            </a:r>
          </a:p>
        </p:txBody>
      </p:sp>
    </p:spTree>
    <p:extLst>
      <p:ext uri="{BB962C8B-B14F-4D97-AF65-F5344CB8AC3E}">
        <p14:creationId xmlns:p14="http://schemas.microsoft.com/office/powerpoint/2010/main" val="1946220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648</TotalTime>
  <Words>399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Tw Cen MT</vt:lpstr>
      <vt:lpstr>Tw Cen MT Condensed</vt:lpstr>
      <vt:lpstr>Wingdings 3</vt:lpstr>
      <vt:lpstr>Integral</vt:lpstr>
      <vt:lpstr>TELCO CUSTOMER CHURN ANALYSIS</vt:lpstr>
      <vt:lpstr>Business Problem &amp; Objectives</vt:lpstr>
      <vt:lpstr>Dataset Overview</vt:lpstr>
      <vt:lpstr>Key Business Insights</vt:lpstr>
      <vt:lpstr>Business Risks</vt:lpstr>
      <vt:lpstr>Business Opportunities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2026-08-10T13:07:26Z</dcterms:created>
  <dcterms:modified xsi:type="dcterms:W3CDTF">2026-08-10T23:55:41Z</dcterms:modified>
</cp:coreProperties>
</file>